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F8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ARIE FINANCE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972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Compliance Onboarding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 Plan &amp; Product 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ARIE Finance?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 is an AI-powered RegTech platform that automates client onboarding, KYC verification, AML screening, and risk assessment for financial institutions — reducing compliance processing time from days to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AI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 verification, AML screening, UBO mapping, and compliance memo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37744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Days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onboarding from application to approval in under 30 minutes vs 3-5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37744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Ready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Mauritius FSC, ADGM, DIFC — full audit trail and human-in-the-loop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Pilot — Live Functionalities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1-8  |  3-5 Real Clients  |  5 AI Agents Active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749040" cy="41148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registry lookup (OpenCorporates)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Pre-screening form with auto-fill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5-dimension risk scoring (Claude)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routing (approve / review)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acceptance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document upload (Sumsub SDK)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document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status tracking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3749040" cy="411480"/>
          </a:xfrm>
          <a:prstGeom prst="rect">
            <a:avLst/>
          </a:prstGeom>
          <a:solidFill>
            <a:srgbClr val="4448B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BACKOFFICE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review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results with risk breakdown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memo (Claude Opus)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/ Request More Info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queue for flagged hits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model configuration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logging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AML/PEP screening results (Sumsub)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AI Agents — Live in Phase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43000"/>
            <a:ext cx="76809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64008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197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1: Identity &amp; Document Integrity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MRZ, expiry, tampering, cross-document consistency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2011680" cy="237744"/>
          </a:xfrm>
          <a:prstGeom prst="rect">
            <a:avLst>
              <a:gd name="adj" fmla="val 7692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234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Sumsub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527048"/>
            <a:ext cx="914400" cy="201168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27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checks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1911096"/>
            <a:ext cx="76809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1911096"/>
            <a:ext cx="64008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191109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External DB Cross-Verification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cross-check, director matching, jurisdiction validation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002536"/>
            <a:ext cx="2011680" cy="237744"/>
          </a:xfrm>
          <a:prstGeom prst="rect">
            <a:avLst>
              <a:gd name="adj" fmla="val 7692"/>
            </a:avLst>
          </a:prstGeom>
          <a:solidFill>
            <a:srgbClr val="4448B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0025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OpenCorporates + Claude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295144"/>
            <a:ext cx="914400" cy="201168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checks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2679192"/>
            <a:ext cx="76809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679192"/>
            <a:ext cx="64008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7919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54480" y="2734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FinCrime Screening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3026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Sanctions, PEP, watchlist screening with AI interpretation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770632"/>
            <a:ext cx="2011680" cy="237744"/>
          </a:xfrm>
          <a:prstGeom prst="rect">
            <a:avLst>
              <a:gd name="adj" fmla="val 7692"/>
            </a:avLst>
          </a:prstGeom>
          <a:solidFill>
            <a:srgbClr val="4448B8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770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Sumsub + Claude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914400" cy="201168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checks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1520" y="3447288"/>
            <a:ext cx="76809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3447288"/>
            <a:ext cx="64008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44728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554480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Corporate Structure &amp; UBO Mapping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5448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layers, nominee detection, jurisdiction risk flags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538728"/>
            <a:ext cx="2011680" cy="237744"/>
          </a:xfrm>
          <a:prstGeom prst="rect">
            <a:avLst>
              <a:gd name="adj" fmla="val 7692"/>
            </a:avLst>
          </a:prstGeom>
          <a:solidFill>
            <a:srgbClr val="4448B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538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3831336"/>
            <a:ext cx="914400" cy="201168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831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checks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" y="4215384"/>
            <a:ext cx="76809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1520" y="4215384"/>
            <a:ext cx="64008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1538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55448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5: Compliance Memo Generation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54480" y="4562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 narrative, risk recommendation, review checklist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306824"/>
            <a:ext cx="2011680" cy="237744"/>
          </a:xfrm>
          <a:prstGeom prst="rect">
            <a:avLst>
              <a:gd name="adj" fmla="val 7692"/>
            </a:avLst>
          </a:prstGeom>
          <a:solidFill>
            <a:srgbClr val="4448B8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4306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4599432"/>
            <a:ext cx="914400" cy="201168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4599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checks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Scale — Pipeline Functionalities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9-20  |  10-25 Clients  |  All 10 AI Agents Active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7490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NEW MONITORING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6: Periodic Review Preparation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7: Adverse Media &amp; PEP Monitoring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8: Behaviour &amp; Risk Drift Detection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9: Regulatory Impact Assessment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10: Ongoing Compliance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3749040" cy="411480"/>
          </a:xfrm>
          <a:prstGeom prst="rect">
            <a:avLst/>
          </a:prstGeom>
          <a:solidFill>
            <a:srgbClr val="4448B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PLATFORM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 with real metrics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Health Dashboard (QC monitoring)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 for complex reviews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Monitoring alerts &amp; triggers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EDD Pipeline for enhanced due diligence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roles &amp; permissions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 module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secure document storage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68096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38988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AWS/Render setup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Sumsub SDK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wiring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389888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7830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783080"/>
            <a:ext cx="1920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26517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OpenCorporates API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AI risk scoring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memo gen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review 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138988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7830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783080"/>
            <a:ext cx="192024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26517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real clients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reviews AI output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prompts &amp; model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38988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17830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1783080"/>
            <a:ext cx="19202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265176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10-25 clients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monitoring agents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access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Tech Stack &amp; Monthly Costs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MONTHLY COST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Render (Starter)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Hosting, SSL, persistent disk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AWS S3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Encrypted document storage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Sumsub (Compliance)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KYC verification + AML screening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$500 - $800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Claude API (Anthropic)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AI agents: risk scoring, memos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$30 - $50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OpenCorporates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Company registry lookups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Free tier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Domain + SSL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Custom domain, Let's Encrypt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$600 - $900 /mo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4023360"/>
            <a:ext cx="64008" cy="822960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Team: 3 people — CEO (Aisha), Compliance Officer (MLRO), Virtual CTO + AI Engineering Team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137160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VALUATION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ARIE EDGE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Fenergo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CLM &amp; onboarding for banks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$275M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$1.2B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Enterprise-only, no AI agents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Sumsub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Identity verification &amp; AML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$36.6M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$200-300M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Verification only, no workflow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ComplyAdvantage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AML data &amp; screening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$108M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$500-700M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Data provider, not full platform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Veriff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Biometric ID verification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$1B+ (unicorn)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ID-only, no compliance 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ComplyCube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KYC/KYB onboarding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$14M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$50-80M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No AI memo, no risk scoring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Diligent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AI agents for KYC/AML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$2.5M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Seed stage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Closest competitor, EU-focused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F8F"/>
                          </a:solidFill>
                        </a:rPr>
                        <a:t>ARIE 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8F"/>
                          </a:solidFill>
                        </a:rPr>
                        <a:t>Full AI compliance platform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F8F"/>
                          </a:solidFill>
                        </a:rPr>
                        <a:t>Pre-seed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F8F"/>
                          </a:solidFill>
                        </a:rPr>
                        <a:t>Building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8F"/>
                          </a:solidFill>
                        </a:rPr>
                        <a:t>End-to-end AI + Africa/ME focus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ARIE's differentiator: the only platform combining AI-powered risk agents with full onboarding workflow, built for Africa and Middle East jurisdictions.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31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2B2F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F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$20.1B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RegTech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(2026)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Growth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(2026-2036)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$116.7B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by 2036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 Segments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56616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66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Service Providers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Mauritius, ADGM, DIFC — high onboarding volume, manual processes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56616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6616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566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Administrators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setup compliance, investor onboarding, periodic reviews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25196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51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2588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Companies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544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Multi-jurisdictional client management, regulatory reporting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25196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251960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251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49240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Companies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4544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compliance as customer base grows, API-first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F8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Launch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103120"/>
            <a:ext cx="12801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application to compliance approval in minutes, not days.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31089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Sumsub + Claude API credentials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31089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pilot client onboarded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1089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within 4 weeks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asudally@gmail.com  |  ARIE Finance  |  Mauritius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ARIE Finance — Pilot Launch &amp; Roadmap</dc:title>
  <dc:subject>PptxGenJS Presentation</dc:subject>
  <dc:creator>ARIE Finance</dc:creator>
  <cp:lastModifiedBy>ARIE Finance</cp:lastModifiedBy>
  <cp:revision>1</cp:revision>
  <dcterms:created xsi:type="dcterms:W3CDTF">2026-03-16T10:32:16Z</dcterms:created>
  <dcterms:modified xsi:type="dcterms:W3CDTF">2026-03-16T10:32:16Z</dcterms:modified>
</cp:coreProperties>
</file>