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12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27432" cy="5143500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5A62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8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AML/CFT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Platform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onboarding. Automated risk scoring.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Mauritius-licensed Payment Intermediary Services.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315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FSC-Licensed  |  FATF-Aligned  |  Data Protection Act 2017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Traditional Onboarding is Broken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" cy="1417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onboarding takes 5-15 days with manual reviews, paper forms, and back-and-forth requests.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64008" cy="1417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misses PEPs, sanctions changes, and adverse media — exposing firms to regulatory penalties.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64008" cy="1417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Workflow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for KYC, screening, risk scoring, and document verification create audit gaps.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64008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Operational Cost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compliance officer can only handle 5-8 cases/week. Scaling means hiring, not optimising.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End-to-End Compliance.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3017520"/>
          </a:xfrm>
          <a:prstGeom prst="rect">
            <a:avLst/>
          </a:prstGeom>
          <a:solidFill>
            <a:srgbClr val="1A1D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Portal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onboarding wizard with pre-screening, document upload, PEP declarations, and consent gates.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560320" cy="3017520"/>
          </a:xfrm>
          <a:prstGeom prst="rect">
            <a:avLst/>
          </a:prstGeom>
          <a:solidFill>
            <a:srgbClr val="1A1D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56032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specialised agents for risk scoring, document verification, sanctions screening, and compliance memo generation.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560320" cy="3017520"/>
          </a:xfrm>
          <a:prstGeom prst="rect">
            <a:avLst/>
          </a:prstGeom>
          <a:solidFill>
            <a:srgbClr val="1A1D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56032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 Office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dashboard with case management, EDD pipeline, KPI analytics, RBAC, and audit trail.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Agents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Document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Risk Dimensions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4617720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Roles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RISK SCORING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FATF-Aligned, 5-Dimension Weighted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Entity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3840480" cy="1645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3200400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Service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2560320" cy="1645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Sector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3872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1920240" cy="1645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78808"/>
            <a:ext cx="3840480" cy="164592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178808"/>
            <a:ext cx="1280160" cy="16459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8056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1234440"/>
            <a:ext cx="34747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Routing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1874520"/>
            <a:ext cx="3108960" cy="50292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0" y="187452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0–39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514600"/>
            <a:ext cx="3108960" cy="5029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0" y="25146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40–54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3154680"/>
            <a:ext cx="310896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86400" y="315468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6928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55–69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794760"/>
            <a:ext cx="310896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86400" y="379476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6928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10-AGENT AI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Automation at Every Stage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VPN, duplicate checks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84832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84832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76272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model plausibility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03904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03904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95344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95344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automated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22976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22976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22976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14416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14416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&amp; benchmark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2048" y="12801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42048" y="12801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42048" y="14630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33488" y="18288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Verification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33488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chain trace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FinCrime Intel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PEP, media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84832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084832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084832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176272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Funds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76272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03904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03904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03904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95344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Decision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95344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 composite score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22976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522976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22976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614416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14416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42048" y="3108960"/>
            <a:ext cx="1572768" cy="1554480"/>
          </a:xfrm>
          <a:prstGeom prst="rect">
            <a:avLst/>
          </a:prstGeom>
          <a:solidFill>
            <a:srgbClr val="1A1D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242048" y="3108960"/>
            <a:ext cx="1572768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242048" y="32918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333488" y="36576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33488" y="40233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rescreening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BACK OFFICE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Visibility. Complete Control.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detail with AI risk bars, agent results, and compliance memo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escalate, and track every application across the team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EDD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enhanced due diligence workflow with senior CO sign-off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metrics across operations, risk quality, AI performance, and team productivity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971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0" y="297180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9319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Queue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Sanctions, PEP, and adverse media screening status per person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29718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7920" y="2971800"/>
            <a:ext cx="2606040" cy="4572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timestamp, user, role, IP address, and details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 Administrator  |  Senior CO  |  Compliance Officer  |  Analyst  —  18 granular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Mauritius Regulatory Framework Aligned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FIAMLA 2002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obligations, STR reporting, 7-year data retention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54864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FIAMLR 2018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280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declaration requirements, enhanced due diligence triggers, ongoing monitoring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54864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FSC Act 2007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requirements for Payment Intermediary Services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FATF Standards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Approach methodology, 5-dimension scoring aligned with 2012 Recommendations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DPA 2017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Act consent gates, data minimisation, right to erasure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Secrecy Act provisions, KYC obligations for financial intermediaries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configurable to adapt to other jurisdictions — UK (FCA), EU (AMLD6), UAE (CBUAE), Singapore (MAS).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Plans for Every Stage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1,500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2860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30 applications/month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AI agents active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user seats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portal (white-label)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 risk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14300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2651760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4920" y="1005840"/>
            <a:ext cx="914400" cy="2377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10058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118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USD 3,500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11880" y="2240280"/>
            <a:ext cx="22860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100 applications/month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10 AI agents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user seats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back-office suite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 dashboard &amp; reports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SLA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14300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1143000"/>
            <a:ext cx="2651760" cy="54864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492240" y="2240280"/>
            <a:ext cx="228600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applications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agent rules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seats + SSO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Multi-jurisdiction config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 + integrations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solidFill>
            <a:srgbClr val="F1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include: one-time setup fee (from USD 5,000)  |  Annual licence  |  Free updates  |  Data hosted in Mauritius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2F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ONBOARDA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Competitive Advantage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Onboarding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2.4 days vs industry 15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flag rate across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2860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Checks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99.8%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Uptime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27432" cy="5143500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6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Transform Your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Operations?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560320" cy="105156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session to understand your requirements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2926080"/>
            <a:ext cx="2560320" cy="105156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29260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platform configured for your use case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2560320" cy="1051560"/>
          </a:xfrm>
          <a:prstGeom prst="rect">
            <a:avLst/>
          </a:prstGeom>
          <a:solidFill>
            <a:srgbClr val="1A1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2560320" cy="3657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Launch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proof-of-concept with your real 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asudally@ariefinance.mu  |  +230 XXX XXXX  |  ariefinance.mu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784</Words>
  <Application>Microsoft Macintosh PowerPoint</Application>
  <PresentationFormat>On-screen Show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ARIE Finance — AI-Powered AML/CFT Compliance Platform</dc:title>
  <dc:subject>PptxGenJS Presentation</dc:subject>
  <dc:creator>ARIE Finance Ltd</dc:creator>
  <cp:lastModifiedBy>Aisha Sudally</cp:lastModifiedBy>
  <cp:revision>2</cp:revision>
  <dcterms:created xsi:type="dcterms:W3CDTF">2026-03-13T04:49:24Z</dcterms:created>
  <dcterms:modified xsi:type="dcterms:W3CDTF">2026-03-13T08:51:41Z</dcterms:modified>
</cp:coreProperties>
</file>